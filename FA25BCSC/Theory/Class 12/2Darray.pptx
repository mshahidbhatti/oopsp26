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2D Arrays, Jagged Arrays, and Memory in Java</a:t>
            </a:r>
          </a:p>
          <a:p>
            <a:r>
              <a:t>(Object Oriented Programming)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the concept of Stack vs Heap memory</a:t>
            </a:r>
          </a:p>
          <a:p>
            <a:r>
              <a:t>• Understand how arrays are stored in memory</a:t>
            </a:r>
          </a:p>
          <a:p>
            <a:r>
              <a:t>• Learn how 2D arrays work</a:t>
            </a:r>
          </a:p>
          <a:p>
            <a:r>
              <a:t>• Understand jagged arrays</a:t>
            </a:r>
          </a:p>
          <a:p>
            <a:r>
              <a:t>• Learn how arrays are passed to methods</a:t>
            </a:r>
          </a:p>
          <a:p>
            <a:r>
              <a:t>• Visualize array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vs Heap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Stack:</a:t>
            </a:r>
          </a:p>
          <a:p>
            <a:r>
              <a:t>• Stores local variables and references</a:t>
            </a:r>
          </a:p>
          <a:p>
            <a:r>
              <a:t>• Fast access</a:t>
            </a:r>
          </a:p>
          <a:p>
            <a:r>
              <a:t>• Automatically managed by JVM</a:t>
            </a:r>
          </a:p>
          <a:p/>
          <a:p>
            <a:r>
              <a:t>Heap:</a:t>
            </a:r>
          </a:p>
          <a:p>
            <a:r>
              <a:t>• Stores objects and arrays</a:t>
            </a:r>
          </a:p>
          <a:p>
            <a:r>
              <a:t>• Shared memory area</a:t>
            </a:r>
          </a:p>
          <a:p>
            <a:r>
              <a:t>• Accessed using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Memory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we create an array:</a:t>
            </a:r>
          </a:p>
          <a:p>
            <a:r>
              <a:t>int[] arr = new int[5];</a:t>
            </a:r>
          </a:p>
          <a:p/>
          <a:p>
            <a:r>
              <a:t>• Variable 'arr' is stored in STACK</a:t>
            </a:r>
          </a:p>
          <a:p>
            <a:r>
              <a:t>• Actual array elements are stored in HEAP</a:t>
            </a:r>
          </a:p>
          <a:p>
            <a:r>
              <a:t>• arr contains the address of the array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Array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2D array is an ARRAY OF ARRAYS</a:t>
            </a:r>
          </a:p>
          <a:p/>
          <a:p>
            <a:r>
              <a:t>Example:</a:t>
            </a:r>
          </a:p>
          <a:p>
            <a:r>
              <a:t>int[][] seats = new int[3][4];</a:t>
            </a:r>
          </a:p>
          <a:p/>
          <a:p>
            <a:r>
              <a:t>3 rows</a:t>
            </a:r>
          </a:p>
          <a:p>
            <a:r>
              <a:t>4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Array Memory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STACK:</a:t>
            </a:r>
          </a:p>
          <a:p>
            <a:r>
              <a:t>seats → reference</a:t>
            </a:r>
          </a:p>
          <a:p/>
          <a:p>
            <a:r>
              <a:t>HEAP:</a:t>
            </a:r>
          </a:p>
          <a:p>
            <a:r>
              <a:t>Row references → Row0, Row1, Row2</a:t>
            </a:r>
          </a:p>
          <a:p>
            <a:r>
              <a:t>Each row is a separate array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Jagged Array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Jagged array = rows with different lengths</a:t>
            </a:r>
          </a:p>
          <a:p/>
          <a:p>
            <a:r>
              <a:t>Example:</a:t>
            </a:r>
          </a:p>
          <a:p>
            <a:r>
              <a:t>int[][] seats = {</a:t>
            </a:r>
          </a:p>
          <a:p>
            <a:r>
              <a:t>{0,0,0,0},</a:t>
            </a:r>
          </a:p>
          <a:p>
            <a:r>
              <a:t>{0,0,0},</a:t>
            </a:r>
          </a:p>
          <a:p>
            <a:r>
              <a:t>{0,0,0,0,0}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Jagged Array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Row0 → 4 seats</a:t>
            </a:r>
          </a:p>
          <a:p>
            <a:r>
              <a:t>Row1 → 3 seats</a:t>
            </a:r>
          </a:p>
          <a:p>
            <a:r>
              <a:t>Row2 → 5 seats</a:t>
            </a:r>
          </a:p>
          <a:p/>
          <a:p>
            <a:r>
              <a:t>Each row is a separate array in 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Reference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int[][] hallA = seats;</a:t>
            </a:r>
          </a:p>
          <a:p/>
          <a:p>
            <a:r>
              <a:t>Both variables point to the SAME array in heap.</a:t>
            </a:r>
          </a:p>
          <a:p/>
          <a:p>
            <a:r>
              <a:t>Changing hallA will change seats as well.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Passing Arrays to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reserveSeat(int[][] seats)</a:t>
            </a:r>
          </a:p>
          <a:p/>
          <a:p>
            <a:r>
              <a:t>Array reference is passed to the method.</a:t>
            </a:r>
          </a:p>
          <a:p/>
          <a:p>
            <a:r>
              <a:t>Method can modify the original array.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Arrays are objects in Java</a:t>
            </a:r>
          </a:p>
          <a:p>
            <a:r>
              <a:t>• Array variable stores reference</a:t>
            </a:r>
          </a:p>
          <a:p>
            <a:r>
              <a:t>• Actual data stored in heap</a:t>
            </a:r>
          </a:p>
          <a:p>
            <a:r>
              <a:t>• 2D arrays are arrays of arrays</a:t>
            </a:r>
          </a:p>
          <a:p>
            <a:r>
              <a:t>• Jagged arrays allow variable row sizes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